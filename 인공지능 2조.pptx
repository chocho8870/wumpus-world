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 autoCompressPictures="0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02" y="240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4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1.png"  /><Relationship Id="rId4" Type="http://schemas.openxmlformats.org/officeDocument/2006/relationships/image" Target="../media/image12.gif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3.png"  /><Relationship Id="rId4" Type="http://schemas.openxmlformats.org/officeDocument/2006/relationships/image" Target="../media/image14.gif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5.png"  /><Relationship Id="rId4" Type="http://schemas.openxmlformats.org/officeDocument/2006/relationships/image" Target="../media/image16.gif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7.png"  /><Relationship Id="rId4" Type="http://schemas.openxmlformats.org/officeDocument/2006/relationships/image" Target="../media/image18.gif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19.png"  /><Relationship Id="rId4" Type="http://schemas.openxmlformats.org/officeDocument/2006/relationships/image" Target="../media/image20.gif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21.png"  /><Relationship Id="rId4" Type="http://schemas.openxmlformats.org/officeDocument/2006/relationships/image" Target="../media/image22.gif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23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2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25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Relationship Id="rId3" Type="http://schemas.openxmlformats.org/officeDocument/2006/relationships/image" Target="../media/image27.gif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Relationship Id="rId3" Type="http://schemas.openxmlformats.org/officeDocument/2006/relationships/image" Target="../media/image30.gif"  /><Relationship Id="rId4" Type="http://schemas.openxmlformats.org/officeDocument/2006/relationships/image" Target="../media/image31.png"  /><Relationship Id="rId5" Type="http://schemas.openxmlformats.org/officeDocument/2006/relationships/image" Target="../media/image32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Relationship Id="rId3" Type="http://schemas.openxmlformats.org/officeDocument/2006/relationships/image" Target="../media/image30.gif"  /><Relationship Id="rId4" Type="http://schemas.openxmlformats.org/officeDocument/2006/relationships/image" Target="../media/image33.png"  /><Relationship Id="rId5" Type="http://schemas.openxmlformats.org/officeDocument/2006/relationships/image" Target="../media/image34.png"  /><Relationship Id="rId6" Type="http://schemas.openxmlformats.org/officeDocument/2006/relationships/image" Target="../media/image35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Relationship Id="rId3" Type="http://schemas.openxmlformats.org/officeDocument/2006/relationships/image" Target="../media/image36.gif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Relationship Id="rId8" Type="http://schemas.openxmlformats.org/officeDocument/2006/relationships/image" Target="../media/image41.png"  /><Relationship Id="rId9" Type="http://schemas.openxmlformats.org/officeDocument/2006/relationships/image" Target="../media/image4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43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8397F1-997F-F21B-58D3-C33590396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47" y="1941953"/>
            <a:ext cx="10918778" cy="57365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11EA6B-676E-3D3F-0151-FCEB95EDC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717" y="2245084"/>
            <a:ext cx="6465728" cy="67486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74B5BA1-B388-271C-F592-912762718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528" y="2020006"/>
            <a:ext cx="5999105" cy="70989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3958724-5553-80C7-2F73-1ACB6D370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16" y="1979112"/>
            <a:ext cx="6472051" cy="75378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7375E5-C2C9-B209-F5D7-7123273B9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20" y="2334989"/>
            <a:ext cx="6108591" cy="70523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A692F90-F1DE-E81E-7AA0-96D724488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557" y="2267211"/>
            <a:ext cx="5950303" cy="68695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3903E39-CEF5-8D71-4F04-5085F1B19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97" y="2388873"/>
            <a:ext cx="5638800" cy="6743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C033ED-C595-93DD-4269-948A7C09B1DF}"/>
              </a:ext>
            </a:extLst>
          </p:cNvPr>
          <p:cNvSpPr txBox="1"/>
          <p:nvPr/>
        </p:nvSpPr>
        <p:spPr>
          <a:xfrm>
            <a:off x="1298998" y="537930"/>
            <a:ext cx="96362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4. </a:t>
            </a:r>
            <a:r>
              <a:rPr lang="ko-KR" altLang="en-US" sz="6600" dirty="0">
                <a:solidFill>
                  <a:schemeClr val="bg1"/>
                </a:solidFill>
              </a:rPr>
              <a:t>최종 시연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5F2C06-31FE-7990-00C1-B4D1EACC9EF8}"/>
              </a:ext>
            </a:extLst>
          </p:cNvPr>
          <p:cNvSpPr/>
          <p:nvPr/>
        </p:nvSpPr>
        <p:spPr>
          <a:xfrm flipV="1">
            <a:off x="1478071" y="1589611"/>
            <a:ext cx="4484318" cy="457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7C1A78-5536-B580-5996-DB7EA64988C7}"/>
              </a:ext>
            </a:extLst>
          </p:cNvPr>
          <p:cNvSpPr/>
          <p:nvPr/>
        </p:nvSpPr>
        <p:spPr>
          <a:xfrm>
            <a:off x="7136902" y="1223943"/>
            <a:ext cx="10045344" cy="8410387"/>
          </a:xfrm>
          <a:prstGeom prst="roundRect">
            <a:avLst>
              <a:gd name="adj" fmla="val 767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033C2A-4031-B3ED-1170-3AF1D58EE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864" y="2032230"/>
            <a:ext cx="5982535" cy="29055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FDE893-AE5F-1E74-2930-872B83071443}"/>
              </a:ext>
            </a:extLst>
          </p:cNvPr>
          <p:cNvSpPr txBox="1"/>
          <p:nvPr/>
        </p:nvSpPr>
        <p:spPr>
          <a:xfrm>
            <a:off x="7465864" y="1531198"/>
            <a:ext cx="539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Breeze</a:t>
            </a:r>
            <a:r>
              <a:rPr lang="ko-KR" altLang="en-US" dirty="0"/>
              <a:t>가 느껴진 칸들을 </a:t>
            </a:r>
            <a:r>
              <a:rPr lang="en-US" altLang="ko-KR" dirty="0"/>
              <a:t>pit</a:t>
            </a:r>
            <a:r>
              <a:rPr lang="ko-KR" altLang="en-US" dirty="0"/>
              <a:t>후보로 지정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E86F4B3-3172-5063-55F0-FB126D309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5864" y="5623773"/>
            <a:ext cx="4420217" cy="14480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45EF46-60DA-C819-43A3-E4736A4B25D2}"/>
              </a:ext>
            </a:extLst>
          </p:cNvPr>
          <p:cNvSpPr txBox="1"/>
          <p:nvPr/>
        </p:nvSpPr>
        <p:spPr>
          <a:xfrm>
            <a:off x="7465863" y="5081019"/>
            <a:ext cx="539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Pit </a:t>
            </a:r>
            <a:r>
              <a:rPr lang="ko-KR" altLang="en-US" dirty="0"/>
              <a:t>위치 확정</a:t>
            </a:r>
          </a:p>
        </p:txBody>
      </p:sp>
    </p:spTree>
    <p:extLst>
      <p:ext uri="{BB962C8B-B14F-4D97-AF65-F5344CB8AC3E}">
        <p14:creationId xmlns:p14="http://schemas.microsoft.com/office/powerpoint/2010/main" val="2028318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A15C-9DA5-0DC8-9084-1E99EADF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6FBF204-DB3B-43F2-8E10-DDCF73C71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CDC90A-BD59-F95C-C629-651AAB9B6EE0}"/>
              </a:ext>
            </a:extLst>
          </p:cNvPr>
          <p:cNvSpPr txBox="1"/>
          <p:nvPr/>
        </p:nvSpPr>
        <p:spPr>
          <a:xfrm>
            <a:off x="1298998" y="537930"/>
            <a:ext cx="96362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4. </a:t>
            </a:r>
            <a:r>
              <a:rPr lang="ko-KR" altLang="en-US" sz="6600" dirty="0">
                <a:solidFill>
                  <a:schemeClr val="bg1"/>
                </a:solidFill>
              </a:rPr>
              <a:t>최종 시연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9EAF4C-4A7E-6F92-1ED8-11ADD6473BEB}"/>
              </a:ext>
            </a:extLst>
          </p:cNvPr>
          <p:cNvSpPr/>
          <p:nvPr/>
        </p:nvSpPr>
        <p:spPr>
          <a:xfrm flipV="1">
            <a:off x="1478071" y="1589611"/>
            <a:ext cx="4484318" cy="457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EA848DA-8723-4363-4FA2-5CA67168010E}"/>
              </a:ext>
            </a:extLst>
          </p:cNvPr>
          <p:cNvSpPr/>
          <p:nvPr/>
        </p:nvSpPr>
        <p:spPr>
          <a:xfrm>
            <a:off x="7136902" y="1223943"/>
            <a:ext cx="10045344" cy="8404425"/>
          </a:xfrm>
          <a:prstGeom prst="roundRect">
            <a:avLst>
              <a:gd name="adj" fmla="val 767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B3C24C-CAB3-F39C-81CB-78ECB659F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46" y="2251923"/>
            <a:ext cx="5638800" cy="6743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01B2EB-C46D-4314-ED9B-86A53FC1CB3F}"/>
              </a:ext>
            </a:extLst>
          </p:cNvPr>
          <p:cNvSpPr txBox="1"/>
          <p:nvPr/>
        </p:nvSpPr>
        <p:spPr>
          <a:xfrm>
            <a:off x="11975728" y="1656184"/>
            <a:ext cx="539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Wumpus</a:t>
            </a:r>
            <a:r>
              <a:rPr lang="ko-KR" altLang="en-US" dirty="0"/>
              <a:t>의 방향 파악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4D988-7325-ED27-7AD2-4B551CA4908C}"/>
              </a:ext>
            </a:extLst>
          </p:cNvPr>
          <p:cNvSpPr txBox="1"/>
          <p:nvPr/>
        </p:nvSpPr>
        <p:spPr>
          <a:xfrm>
            <a:off x="11251682" y="4774336"/>
            <a:ext cx="539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Wumpus</a:t>
            </a:r>
            <a:r>
              <a:rPr lang="ko-KR" altLang="en-US" dirty="0"/>
              <a:t>가 내 앞에 있는지 파악</a:t>
            </a:r>
            <a:endParaRPr lang="en-US" altLang="ko-KR" dirty="0"/>
          </a:p>
          <a:p>
            <a:r>
              <a:rPr lang="en-US" altLang="ko-KR" dirty="0"/>
              <a:t>-&gt; True</a:t>
            </a:r>
            <a:r>
              <a:rPr lang="ko-KR" altLang="en-US" dirty="0" err="1"/>
              <a:t>반환시</a:t>
            </a:r>
            <a:r>
              <a:rPr lang="ko-KR" altLang="en-US" dirty="0"/>
              <a:t> 사격 가능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0723747-01B2-8206-7BAA-98626F574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566" y="1446348"/>
            <a:ext cx="4382112" cy="310558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6F2C26F-9812-6F32-65EF-D0E09B7A8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406" y="4774336"/>
            <a:ext cx="3696216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41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464-4D00-FE6B-4489-E904277A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C81ACBA-BD56-75F0-768C-17236CA73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5EFB8B-4342-9103-7C39-5CF46DBEB1CB}"/>
              </a:ext>
            </a:extLst>
          </p:cNvPr>
          <p:cNvSpPr txBox="1"/>
          <p:nvPr/>
        </p:nvSpPr>
        <p:spPr>
          <a:xfrm>
            <a:off x="1298998" y="537930"/>
            <a:ext cx="96362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4. </a:t>
            </a:r>
            <a:r>
              <a:rPr lang="ko-KR" altLang="en-US" sz="6600" dirty="0">
                <a:solidFill>
                  <a:schemeClr val="bg1"/>
                </a:solidFill>
              </a:rPr>
              <a:t>최종 시연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6DFEE2-3FA1-8A89-05E6-23853151231D}"/>
              </a:ext>
            </a:extLst>
          </p:cNvPr>
          <p:cNvSpPr/>
          <p:nvPr/>
        </p:nvSpPr>
        <p:spPr>
          <a:xfrm flipV="1">
            <a:off x="1478071" y="1589611"/>
            <a:ext cx="4484318" cy="457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FF40B3C-440F-FCD8-ED21-39EE2AB16256}"/>
              </a:ext>
            </a:extLst>
          </p:cNvPr>
          <p:cNvSpPr/>
          <p:nvPr/>
        </p:nvSpPr>
        <p:spPr>
          <a:xfrm>
            <a:off x="7136902" y="1223943"/>
            <a:ext cx="10045344" cy="8108823"/>
          </a:xfrm>
          <a:prstGeom prst="roundRect">
            <a:avLst>
              <a:gd name="adj" fmla="val 767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E8E755-E404-DE91-07F1-85F167BF7D07}"/>
              </a:ext>
            </a:extLst>
          </p:cNvPr>
          <p:cNvSpPr txBox="1"/>
          <p:nvPr/>
        </p:nvSpPr>
        <p:spPr>
          <a:xfrm>
            <a:off x="7465864" y="1531198"/>
            <a:ext cx="539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DFS</a:t>
            </a:r>
            <a:r>
              <a:rPr lang="ko-KR" altLang="en-US" dirty="0"/>
              <a:t>함수보다 </a:t>
            </a:r>
            <a:r>
              <a:rPr lang="en-US" altLang="ko-KR" dirty="0"/>
              <a:t>Shoot</a:t>
            </a:r>
            <a:r>
              <a:rPr lang="ko-KR" altLang="en-US" dirty="0"/>
              <a:t>를 우선 수행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CB410B-86CF-A240-8B85-431582464848}"/>
              </a:ext>
            </a:extLst>
          </p:cNvPr>
          <p:cNvSpPr txBox="1"/>
          <p:nvPr/>
        </p:nvSpPr>
        <p:spPr>
          <a:xfrm>
            <a:off x="7465863" y="5081019"/>
            <a:ext cx="876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Shoot</a:t>
            </a:r>
            <a:r>
              <a:rPr lang="ko-KR" altLang="en-US" dirty="0"/>
              <a:t> 수행 및 </a:t>
            </a:r>
            <a:r>
              <a:rPr lang="en-US" altLang="ko-KR" dirty="0"/>
              <a:t>Wumpus </a:t>
            </a:r>
            <a:r>
              <a:rPr lang="ko-KR" altLang="en-US" dirty="0"/>
              <a:t>처치</a:t>
            </a:r>
            <a:r>
              <a:rPr lang="en-US" altLang="ko-KR" dirty="0"/>
              <a:t>(Scream Percept </a:t>
            </a:r>
            <a:r>
              <a:rPr lang="ko-KR" altLang="en-US" dirty="0"/>
              <a:t>발생</a:t>
            </a:r>
            <a:r>
              <a:rPr lang="en-US" altLang="ko-KR" dirty="0"/>
              <a:t>), </a:t>
            </a:r>
            <a:r>
              <a:rPr lang="ko-KR" altLang="en-US" dirty="0"/>
              <a:t>해당 칸은 더 이상 위험하지 않음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BD2F4E-15A1-09D9-C341-977012B6F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46" y="2251923"/>
            <a:ext cx="5638800" cy="6743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2CCA898-0F91-8A5F-2EAC-95E2837DB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864" y="1953181"/>
            <a:ext cx="4134427" cy="287695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B2066D-4430-32ED-A122-BF3D54500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1738" y="5507292"/>
            <a:ext cx="3572374" cy="361047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9B07224-9D26-59AB-2187-C90A72571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13272" y="5562414"/>
            <a:ext cx="5405622" cy="27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50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FCCC9-6629-3626-C561-E85AC277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A66D5ED-CC5F-7394-DFCD-F6E6D6CC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9FE2F9-D4F0-B627-68AE-522257DCC140}"/>
              </a:ext>
            </a:extLst>
          </p:cNvPr>
          <p:cNvSpPr txBox="1"/>
          <p:nvPr/>
        </p:nvSpPr>
        <p:spPr>
          <a:xfrm>
            <a:off x="1298998" y="537930"/>
            <a:ext cx="96362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>
                <a:solidFill>
                  <a:schemeClr val="bg1"/>
                </a:solidFill>
              </a:rPr>
              <a:t>4. </a:t>
            </a:r>
            <a:r>
              <a:rPr lang="ko-KR" altLang="en-US" sz="6600" dirty="0">
                <a:solidFill>
                  <a:schemeClr val="bg1"/>
                </a:solidFill>
              </a:rPr>
              <a:t>최종 시연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865F9D-E8F6-F7EC-2A0A-A31E1FD27F8E}"/>
              </a:ext>
            </a:extLst>
          </p:cNvPr>
          <p:cNvSpPr/>
          <p:nvPr/>
        </p:nvSpPr>
        <p:spPr>
          <a:xfrm flipV="1">
            <a:off x="1478071" y="1589611"/>
            <a:ext cx="4484318" cy="457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720CF67-6395-A1EB-DB18-725278F3C97B}"/>
              </a:ext>
            </a:extLst>
          </p:cNvPr>
          <p:cNvSpPr/>
          <p:nvPr/>
        </p:nvSpPr>
        <p:spPr>
          <a:xfrm>
            <a:off x="7136902" y="1223943"/>
            <a:ext cx="10045344" cy="8108823"/>
          </a:xfrm>
          <a:prstGeom prst="roundRect">
            <a:avLst>
              <a:gd name="adj" fmla="val 767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0907D-10B4-996B-5DA4-545D534ACF73}"/>
              </a:ext>
            </a:extLst>
          </p:cNvPr>
          <p:cNvSpPr txBox="1"/>
          <p:nvPr/>
        </p:nvSpPr>
        <p:spPr>
          <a:xfrm>
            <a:off x="7465864" y="1531198"/>
            <a:ext cx="539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Gold </a:t>
            </a:r>
            <a:r>
              <a:rPr lang="ko-KR" altLang="en-US" dirty="0"/>
              <a:t>획득 및 최단경로 복귀 모드 전환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7110CC-82E6-8743-BCA2-B5027CD69CB9}"/>
              </a:ext>
            </a:extLst>
          </p:cNvPr>
          <p:cNvSpPr txBox="1"/>
          <p:nvPr/>
        </p:nvSpPr>
        <p:spPr>
          <a:xfrm>
            <a:off x="7346593" y="4565490"/>
            <a:ext cx="539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최단 경로 복귀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F88576-E6F2-2FC1-894C-1947E2A4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46" y="2078501"/>
            <a:ext cx="5638800" cy="67437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54C3D1E-57E9-7883-BCB0-421748ABA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3953" y="1953895"/>
            <a:ext cx="3971090" cy="50777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571B8B9-E499-EF4E-02D0-1D45AB51D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0492" y="2586543"/>
            <a:ext cx="5588144" cy="179992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C290FEF-8F88-A43C-9E87-E6F9133C15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712" y="1949688"/>
            <a:ext cx="3210145" cy="15142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7F00A2C-FDC0-3EF5-CBE4-47BB36154B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0492" y="5051702"/>
            <a:ext cx="5077534" cy="153373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BD1125E-A4F8-A47E-2348-5571C3811A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5864" y="7094909"/>
            <a:ext cx="2667372" cy="142894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C0A00DD-B85A-ED97-9A64-8B2A26DF5C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4564" y="7120520"/>
            <a:ext cx="3972479" cy="88594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E630038-07BA-5ED9-E8ED-B45D969DCB1D}"/>
              </a:ext>
            </a:extLst>
          </p:cNvPr>
          <p:cNvSpPr txBox="1"/>
          <p:nvPr/>
        </p:nvSpPr>
        <p:spPr>
          <a:xfrm>
            <a:off x="7346592" y="6669307"/>
            <a:ext cx="5393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최단 경로 계산</a:t>
            </a:r>
          </a:p>
        </p:txBody>
      </p:sp>
    </p:spTree>
    <p:extLst>
      <p:ext uri="{BB962C8B-B14F-4D97-AF65-F5344CB8AC3E}">
        <p14:creationId xmlns:p14="http://schemas.microsoft.com/office/powerpoint/2010/main" val="2354899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96</ep:Words>
  <ep:PresentationFormat>사용자 지정</ep:PresentationFormat>
  <ep:Paragraphs>34</ep:Paragraphs>
  <ep:Slides>24</ep:Slides>
  <ep:Notes>20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Theme</vt:lpstr>
      <vt:lpstr>PowerPoint 프레젠테이션</vt:lpstr>
      <vt:lpstr>PowerPoint 프레젠테이션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2026-06-07T10:52:07.000</dcterms:created>
  <dc:creator>mangoboard.net_54688043</dc:creator>
  <cp:lastModifiedBy>ccy88</cp:lastModifiedBy>
  <dcterms:modified xsi:type="dcterms:W3CDTF">2026-06-09T03:02:41.051</dcterms:modified>
  <cp:revision>7</cp:revision>
  <dc:subject>Presentation</dc:subject>
  <dc:title>인공지능 2조</dc:title>
  <cp:version>1000.0000.01</cp:version>
</cp:coreProperties>
</file>